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4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4630400" cy="8229600"/>
  <p:notesSz cx="8229600" cy="14630400"/>
  <p:embeddedFontLst>
    <p:embeddedFont>
      <p:font typeface="Roboto" panose="02000000000000000000" pitchFamily="2" charset="0"/>
      <p:regular r:id="rId17"/>
    </p:embeddedFont>
    <p:embeddedFont>
      <p:font typeface="Roboto Slab" pitchFamily="2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8511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A2073-756C-E447-D528-FC4382C528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DD975D-F7B9-6889-A57C-FE328C249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B73C2-1EC9-2737-78F3-A833A015C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C07EA-8C59-4BE2-B601-4B4B06823E67}" type="datetimeFigureOut">
              <a:rPr lang="en-IN" smtClean="0"/>
              <a:t>25-11-2024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4BA3A-947D-9C12-8563-CC285C873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27725-B250-0659-245F-C4D98063F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05B7-B3C9-4805-8256-5A3DE2A2A5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64419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F588-E294-9B64-5FB0-E2FA7E375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3256D-B891-021E-873D-CEB00C0FC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F18D2E-F748-F369-77F8-B6AD0DA68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C07EA-8C59-4BE2-B601-4B4B06823E67}" type="datetimeFigureOut">
              <a:rPr lang="en-IN" smtClean="0"/>
              <a:t>25-11-2024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6627C-D9CB-5CA2-18DE-16C6622E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5B3CE-616A-AB3E-402D-8993E91D6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05B7-B3C9-4805-8256-5A3DE2A2A5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09516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7805B-8060-F392-C56B-E6002AD89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C32D0A-05B1-F752-AC57-709E24562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E3D1E-DFBA-84C5-FA28-F816E27B7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C07EA-8C59-4BE2-B601-4B4B06823E67}" type="datetimeFigureOut">
              <a:rPr lang="en-IN" smtClean="0"/>
              <a:t>25-11-2024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AF5B3-F82F-4A35-66E8-15BDC697C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B436E-99E1-9E9B-55CB-037177B24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05B7-B3C9-4805-8256-5A3DE2A2A5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25528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027EC-5075-4DF6-5FD1-BD5245308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E7C8E-3952-0BB2-5E75-A522D92B82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ADF5C-D4A5-94CA-C997-50EB126B61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8E482-2861-B4DB-3D57-BA35CDBFD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C07EA-8C59-4BE2-B601-4B4B06823E67}" type="datetimeFigureOut">
              <a:rPr lang="en-IN" smtClean="0"/>
              <a:t>25-11-2024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4663C-7783-FD33-6FC6-C68EF0A04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B33F0-3E9C-96C6-ADF4-A49F8E3C6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05B7-B3C9-4805-8256-5A3DE2A2A5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84070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32B05-97F7-0938-EFA8-D54C67892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F4342-C1A9-09C7-B1BB-0C0522F8C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3258F3-7EEB-947F-D44C-DE74077E9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3B8B08-8AA1-320E-D87E-82C1565444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2B7288-116D-9343-8376-DC75DC8681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F61A64-883A-8991-741D-62BC2EA24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C07EA-8C59-4BE2-B601-4B4B06823E67}" type="datetimeFigureOut">
              <a:rPr lang="en-IN" smtClean="0"/>
              <a:t>25-11-2024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5CA669-CCB2-9688-2D9F-257D1EBB4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70DF90-DFD6-4B31-58F4-D04A12B42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05B7-B3C9-4805-8256-5A3DE2A2A5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72599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CF0CD-61A0-28BF-8C4D-01CA39F2C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8504A0-9741-8E2B-4822-385C940D4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C07EA-8C59-4BE2-B601-4B4B06823E67}" type="datetimeFigureOut">
              <a:rPr lang="en-IN" smtClean="0"/>
              <a:t>25-11-2024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436BB6-A8CB-54E2-ECD3-F0B4C5C55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9745F2-F713-2156-D59F-A220223E7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05B7-B3C9-4805-8256-5A3DE2A2A5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83960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C4869F-3877-370B-E40A-86F94B14E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C07EA-8C59-4BE2-B601-4B4B06823E67}" type="datetimeFigureOut">
              <a:rPr lang="en-IN" smtClean="0"/>
              <a:t>25-11-2024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91F584-2E7F-6520-7F4D-FC6BDA2E3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A0ED8-729B-E4E4-E8B6-428BD3A60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05B7-B3C9-4805-8256-5A3DE2A2A5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849388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8A1BE-609C-1B97-015B-1AEE0A9D0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5A5A3-AC2D-449A-8B02-8D6FC3EE0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010FD-23C9-E724-F73C-36EA09C543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040BC3-FF57-E284-8830-B9788B7B4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C07EA-8C59-4BE2-B601-4B4B06823E67}" type="datetimeFigureOut">
              <a:rPr lang="en-IN" smtClean="0"/>
              <a:t>25-11-2024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34A14C-54E0-CFF0-0174-E318F8205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885314-2E13-D771-5E97-15DDAF0D5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05B7-B3C9-4805-8256-5A3DE2A2A5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7825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EA90C-E25A-A4B4-2B5C-F175E0989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D11471-3078-BF51-0336-473C0B5CCC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0B3244-15D1-40BE-E525-69DE9F3EAD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83F811-8266-85DE-01AF-7B57D0392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C07EA-8C59-4BE2-B601-4B4B06823E67}" type="datetimeFigureOut">
              <a:rPr lang="en-IN" smtClean="0"/>
              <a:t>25-11-2024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971081-79E4-6233-3364-93B7E1D16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82749A-C43F-090D-DFEB-04EB7CC57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05B7-B3C9-4805-8256-5A3DE2A2A5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52731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4B5DC-D553-6634-35C3-F6181AB45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3AC840-B726-D555-F422-21040EC921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A0E-82AB-DD2E-2021-E76270058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C07EA-8C59-4BE2-B601-4B4B06823E67}" type="datetimeFigureOut">
              <a:rPr lang="en-IN" smtClean="0"/>
              <a:t>25-11-2024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0FA9E-057E-32D8-6336-4134A1B85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3A492-6493-67EE-0950-6AE542426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05B7-B3C9-4805-8256-5A3DE2A2A5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15738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07FE7F-CE51-CC33-E88D-487391888B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9A02D6-E786-2E42-0202-505BB01E7E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71BEC-23C0-E74A-BE40-A393D7542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C07EA-8C59-4BE2-B601-4B4B06823E67}" type="datetimeFigureOut">
              <a:rPr lang="en-IN" smtClean="0"/>
              <a:t>25-11-2024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E0083-4D6B-6E2F-94E3-F3815ADE8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7809B-CC98-E497-C5E9-52FEB3E69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05B7-B3C9-4805-8256-5A3DE2A2A5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95068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8948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65194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96432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40071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08919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54874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00481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10440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43178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73664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45594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755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40658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5987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E16D6A-C836-45B1-859E-CC39416A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6050E-A92C-AAAA-B10E-FD3E42E07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34099-D640-52A8-E245-936F5A0158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4C07EA-8C59-4BE2-B601-4B4B06823E67}" type="datetimeFigureOut">
              <a:rPr lang="en-IN" smtClean="0"/>
              <a:t>25-11-2024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604E7-4006-7D17-073B-D7E8C333EE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38AD5-3BC6-5340-53E2-7BBA20219C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605B7-B3C9-4805-8256-5A3DE2A2A5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52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2" r:id="rId18"/>
    <p:sldLayoutId id="2147483683" r:id="rId19"/>
    <p:sldLayoutId id="2147483684" r:id="rId20"/>
    <p:sldLayoutId id="2147483685" r:id="rId21"/>
    <p:sldLayoutId id="2147483686" r:id="rId22"/>
    <p:sldLayoutId id="2147483687" r:id="rId23"/>
    <p:sldLayoutId id="2147483688" r:id="rId24"/>
    <p:sldLayoutId id="2147483689" r:id="rId25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89" y="1057454"/>
            <a:ext cx="6398747" cy="1797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NTCC Project
Team Members:</a:t>
            </a:r>
            <a:endParaRPr lang="en-US" sz="44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1166" y="3311366"/>
            <a:ext cx="3729990" cy="27974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6364010"/>
            <a:ext cx="55648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919674" y="3283029"/>
            <a:ext cx="42123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5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RISHU KUMAR (A45304823001)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919674" y="3864173"/>
            <a:ext cx="55122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5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SHUBHAM CHOUDHARY </a:t>
            </a:r>
            <a:r>
              <a:rPr lang="en-US" sz="240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(A45304823015)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919674" y="4445318"/>
            <a:ext cx="409575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5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HARSHIT RAJ (A45304823041)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919674" y="5026463"/>
            <a:ext cx="47697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5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SUSHANT KUMAR (A45304823044)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04332"/>
            <a:ext cx="7556421" cy="3077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Unlocking the Power of Text: A Multi-functional Text Converter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114800"/>
            <a:ext cx="7556421" cy="1959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Welcome to the world of text transformation! This presentation will explore the capabilities of a revolutionary new tool: a multi-functional text converter. This innovative tool allows you to convert text into various formats, expanding its potential and enhancing communication.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607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55019"/>
            <a:ext cx="123963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Objective: To create a web-based application that provides multiple functionalities, including: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4986457"/>
            <a:ext cx="13042821" cy="30480"/>
          </a:xfrm>
          <a:prstGeom prst="roundRect">
            <a:avLst>
              <a:gd name="adj" fmla="val 111628"/>
            </a:avLst>
          </a:prstGeom>
          <a:solidFill>
            <a:srgbClr val="CFD2D8"/>
          </a:solidFill>
          <a:ln/>
        </p:spPr>
      </p:sp>
      <p:sp>
        <p:nvSpPr>
          <p:cNvPr id="5" name="Shape 3"/>
          <p:cNvSpPr/>
          <p:nvPr/>
        </p:nvSpPr>
        <p:spPr>
          <a:xfrm>
            <a:off x="3982522" y="4192667"/>
            <a:ext cx="30480" cy="793790"/>
          </a:xfrm>
          <a:prstGeom prst="roundRect">
            <a:avLst>
              <a:gd name="adj" fmla="val 111628"/>
            </a:avLst>
          </a:prstGeom>
          <a:solidFill>
            <a:srgbClr val="CFD2D8"/>
          </a:solidFill>
          <a:ln/>
        </p:spPr>
      </p:sp>
      <p:sp>
        <p:nvSpPr>
          <p:cNvPr id="6" name="Shape 4"/>
          <p:cNvSpPr/>
          <p:nvPr/>
        </p:nvSpPr>
        <p:spPr>
          <a:xfrm>
            <a:off x="3742611" y="473130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7" name="Text 5"/>
          <p:cNvSpPr/>
          <p:nvPr/>
        </p:nvSpPr>
        <p:spPr>
          <a:xfrm>
            <a:off x="3927634" y="4816316"/>
            <a:ext cx="140256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2580084" y="27495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Text-to-QR Code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20604" y="3239929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 text into a scannable QR code for easy sharing and access.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299841" y="4986457"/>
            <a:ext cx="30480" cy="793790"/>
          </a:xfrm>
          <a:prstGeom prst="roundRect">
            <a:avLst>
              <a:gd name="adj" fmla="val 111628"/>
            </a:avLst>
          </a:prstGeom>
          <a:solidFill>
            <a:srgbClr val="CFD2D8"/>
          </a:solidFill>
          <a:ln/>
        </p:spPr>
      </p:sp>
      <p:sp>
        <p:nvSpPr>
          <p:cNvPr id="11" name="Shape 9"/>
          <p:cNvSpPr/>
          <p:nvPr/>
        </p:nvSpPr>
        <p:spPr>
          <a:xfrm>
            <a:off x="7059930" y="473130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2" name="Text 10"/>
          <p:cNvSpPr/>
          <p:nvPr/>
        </p:nvSpPr>
        <p:spPr>
          <a:xfrm>
            <a:off x="7221141" y="4816316"/>
            <a:ext cx="187881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5897523" y="60071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Text-to-Audio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37923" y="6497598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lifelike audio from your written content for accessibility and convenience.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10617279" y="4192667"/>
            <a:ext cx="30480" cy="793790"/>
          </a:xfrm>
          <a:prstGeom prst="roundRect">
            <a:avLst>
              <a:gd name="adj" fmla="val 111628"/>
            </a:avLst>
          </a:prstGeom>
          <a:solidFill>
            <a:srgbClr val="CFD2D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377368" y="473130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7" name="Text 15"/>
          <p:cNvSpPr/>
          <p:nvPr/>
        </p:nvSpPr>
        <p:spPr>
          <a:xfrm>
            <a:off x="10540603" y="4816316"/>
            <a:ext cx="18371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6"/>
          <p:cNvSpPr/>
          <p:nvPr/>
        </p:nvSpPr>
        <p:spPr>
          <a:xfrm>
            <a:off x="9214961" y="27495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Text-to-Image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655362" y="3239929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Unleash your creativity by transforming text into unique, AI-generated images.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47079"/>
            <a:ext cx="64029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Convert Text to QR Code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509486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3032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Easy Sharing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793694"/>
            <a:ext cx="63512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QR codes from text, making it easy to share information like website URLs, contact details, or event information.</a:t>
            </a:r>
            <a:endParaRPr lang="en-US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5221" y="3509486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85221" y="43032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Digital Accessibility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85221" y="4793694"/>
            <a:ext cx="635138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QR codes bridge the gap between physical and digital worlds, allowing users to access online content instantly with their smartphones.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F3F9C52-3E44-09D8-05B1-A45C540E33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7912" y="383427"/>
            <a:ext cx="4568855" cy="31260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491740"/>
            <a:ext cx="61667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Create Audio from Text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795832"/>
            <a:ext cx="396835" cy="396835"/>
          </a:xfrm>
          <a:prstGeom prst="roundRect">
            <a:avLst>
              <a:gd name="adj" fmla="val 8574"/>
            </a:avLst>
          </a:prstGeom>
          <a:solidFill>
            <a:srgbClr val="E9ECF2"/>
          </a:solidFill>
          <a:ln/>
        </p:spPr>
      </p:sp>
      <p:sp>
        <p:nvSpPr>
          <p:cNvPr id="5" name="Text 2"/>
          <p:cNvSpPr/>
          <p:nvPr/>
        </p:nvSpPr>
        <p:spPr>
          <a:xfrm>
            <a:off x="6903839" y="37958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Text-to-Speech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903839" y="4286250"/>
            <a:ext cx="304121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 text into audio files for accessibility, creating audiobooks, presentations, or personalized messages.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10171867" y="3795832"/>
            <a:ext cx="396835" cy="396835"/>
          </a:xfrm>
          <a:prstGeom prst="roundRect">
            <a:avLst>
              <a:gd name="adj" fmla="val 8574"/>
            </a:avLst>
          </a:prstGeom>
          <a:solidFill>
            <a:srgbClr val="E9ECF2"/>
          </a:solidFill>
          <a:ln/>
        </p:spPr>
      </p:sp>
      <p:sp>
        <p:nvSpPr>
          <p:cNvPr id="8" name="Text 5"/>
          <p:cNvSpPr/>
          <p:nvPr/>
        </p:nvSpPr>
        <p:spPr>
          <a:xfrm>
            <a:off x="10795516" y="37958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Diverse Voices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795516" y="4286250"/>
            <a:ext cx="304121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Choose from a variety of voices and accents to create engaging and personalized audio experiences.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403872"/>
            <a:ext cx="72212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Generate Images from Text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452813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42466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Creative Expression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3790" y="4737021"/>
            <a:ext cx="36080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Express your ideas visually through text, allowing AI to generate images based on your descriptions.</a:t>
            </a:r>
            <a:endParaRPr lang="en-US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021" y="3452813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42021" y="42466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Visual Storytelling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4742021" y="4737021"/>
            <a:ext cx="360818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 written narratives into captivating images, bringing your stories to life.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9406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Versatile Text Transformation Suite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851785"/>
            <a:ext cx="3664863" cy="2387084"/>
          </a:xfrm>
          <a:prstGeom prst="roundRect">
            <a:avLst>
              <a:gd name="adj" fmla="val 1425"/>
            </a:avLst>
          </a:prstGeom>
          <a:solidFill>
            <a:srgbClr val="E9ECF2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30785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QR Code Generation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3569018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shareable QR codes from text, facilitating instant access to information.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10171867" y="2851785"/>
            <a:ext cx="3664863" cy="2387084"/>
          </a:xfrm>
          <a:prstGeom prst="roundRect">
            <a:avLst>
              <a:gd name="adj" fmla="val 1425"/>
            </a:avLst>
          </a:prstGeom>
          <a:solidFill>
            <a:srgbClr val="E9ECF2"/>
          </a:solidFill>
          <a:ln/>
        </p:spPr>
      </p:sp>
      <p:sp>
        <p:nvSpPr>
          <p:cNvPr id="8" name="Text 5"/>
          <p:cNvSpPr/>
          <p:nvPr/>
        </p:nvSpPr>
        <p:spPr>
          <a:xfrm>
            <a:off x="10398681" y="3078599"/>
            <a:ext cx="32112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Text-to-Speech Conversion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98681" y="3923348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audio files from text, enhancing accessibility and communication.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6280190" y="5465683"/>
            <a:ext cx="7556421" cy="1669852"/>
          </a:xfrm>
          <a:prstGeom prst="roundRect">
            <a:avLst>
              <a:gd name="adj" fmla="val 2038"/>
            </a:avLst>
          </a:prstGeom>
          <a:solidFill>
            <a:srgbClr val="E9ECF2"/>
          </a:solidFill>
          <a:ln/>
        </p:spPr>
      </p:sp>
      <p:sp>
        <p:nvSpPr>
          <p:cNvPr id="11" name="Text 8"/>
          <p:cNvSpPr/>
          <p:nvPr/>
        </p:nvSpPr>
        <p:spPr>
          <a:xfrm>
            <a:off x="6507004" y="5692497"/>
            <a:ext cx="34435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Text-to-Image Generation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7004" y="6182916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 text into visually compelling images, unlocking creative possibilities.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75817"/>
            <a:ext cx="71360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Streamline Your Workflow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824758"/>
            <a:ext cx="1134070" cy="18145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68022" y="30515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Efficient Processes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268022" y="3541990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 text conversion tasks, saving time and streamlining your workflow.</a:t>
            </a:r>
            <a:endParaRPr lang="en-US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639270"/>
            <a:ext cx="1134070" cy="18145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68022" y="48660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Reduced Errors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268022" y="5356503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Minimize manual data entry and eliminate potential errors, ensuring accuracy and consistency.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5268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Enhance Communication and Collaboration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605111" y="3210401"/>
            <a:ext cx="30480" cy="3566517"/>
          </a:xfrm>
          <a:prstGeom prst="roundRect">
            <a:avLst>
              <a:gd name="adj" fmla="val 111628"/>
            </a:avLst>
          </a:prstGeom>
          <a:solidFill>
            <a:srgbClr val="CFD2D8"/>
          </a:solidFill>
          <a:ln/>
        </p:spPr>
      </p:sp>
      <p:sp>
        <p:nvSpPr>
          <p:cNvPr id="5" name="Shape 2"/>
          <p:cNvSpPr/>
          <p:nvPr/>
        </p:nvSpPr>
        <p:spPr>
          <a:xfrm>
            <a:off x="6845022" y="3705463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CFD2D8"/>
          </a:solidFill>
          <a:ln/>
        </p:spPr>
      </p:sp>
      <p:sp>
        <p:nvSpPr>
          <p:cNvPr id="6" name="Shape 3"/>
          <p:cNvSpPr/>
          <p:nvPr/>
        </p:nvSpPr>
        <p:spPr>
          <a:xfrm>
            <a:off x="6365200" y="346555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7" name="Text 4"/>
          <p:cNvSpPr/>
          <p:nvPr/>
        </p:nvSpPr>
        <p:spPr>
          <a:xfrm>
            <a:off x="6550223" y="3550563"/>
            <a:ext cx="140256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7867888" y="3437215"/>
            <a:ext cx="31852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Clearer Communication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867888" y="3927634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Convey information effectively by utilizing multiple formats, catering to diverse learning styles.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6845022" y="5602129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CFD2D8"/>
          </a:solidFill>
          <a:ln/>
        </p:spPr>
      </p:sp>
      <p:sp>
        <p:nvSpPr>
          <p:cNvPr id="11" name="Shape 8"/>
          <p:cNvSpPr/>
          <p:nvPr/>
        </p:nvSpPr>
        <p:spPr>
          <a:xfrm>
            <a:off x="6365200" y="536221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2" name="Text 9"/>
          <p:cNvSpPr/>
          <p:nvPr/>
        </p:nvSpPr>
        <p:spPr>
          <a:xfrm>
            <a:off x="6526411" y="5447228"/>
            <a:ext cx="187881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7867888" y="5333881"/>
            <a:ext cx="31499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Improved Collaboration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867888" y="5824299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Share ideas and information seamlessly with colleagues or clients through various formats.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72145"/>
            <a:ext cx="102606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Accessible and User-friendly Interface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134553"/>
            <a:ext cx="2152055" cy="16698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95976" y="2959179"/>
            <a:ext cx="116800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357217" y="2856131"/>
            <a:ext cx="248066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Simple Navigation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187077" y="3817501"/>
            <a:ext cx="8592860" cy="15240"/>
          </a:xfrm>
          <a:prstGeom prst="roundRect">
            <a:avLst>
              <a:gd name="adj" fmla="val 223256"/>
            </a:avLst>
          </a:prstGeom>
          <a:solidFill>
            <a:srgbClr val="CFD2D8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3861078"/>
            <a:ext cx="4304109" cy="16698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76092" y="4469249"/>
            <a:ext cx="156567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433304" y="40878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Intuitive Design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6433304" y="4578310"/>
            <a:ext cx="717649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Easy to understand and use, even for individuals unfamiliar with text conversion tools.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6263164" y="5544026"/>
            <a:ext cx="7516773" cy="15240"/>
          </a:xfrm>
          <a:prstGeom prst="roundRect">
            <a:avLst>
              <a:gd name="adj" fmla="val 223256"/>
            </a:avLst>
          </a:prstGeom>
          <a:solidFill>
            <a:srgbClr val="CFD2D8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587603"/>
            <a:ext cx="6456164" cy="16698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977759" y="6195774"/>
            <a:ext cx="153114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7509272" y="58144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Comprehensive Help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7509272" y="6304836"/>
            <a:ext cx="610052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Detailed instructions and tutorials provide guidance for seamless usage.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604C1C-F57F-D96D-031C-4DFCD6DC8508}"/>
              </a:ext>
            </a:extLst>
          </p:cNvPr>
          <p:cNvSpPr txBox="1"/>
          <p:nvPr/>
        </p:nvSpPr>
        <p:spPr>
          <a:xfrm>
            <a:off x="5289297" y="3228022"/>
            <a:ext cx="612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representation of ease and clarity in user interface design</a:t>
            </a:r>
            <a:endParaRPr lang="en-IN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07012"/>
            <a:ext cx="773668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Customizable Output Options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69419"/>
            <a:ext cx="3260646" cy="1669852"/>
          </a:xfrm>
          <a:prstGeom prst="roundRect">
            <a:avLst>
              <a:gd name="adj" fmla="val 2038"/>
            </a:avLst>
          </a:prstGeom>
          <a:solidFill>
            <a:srgbClr val="E9ECF2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577590"/>
            <a:ext cx="116800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81249" y="31962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Format Control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281249" y="3686651"/>
            <a:ext cx="93285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Choose from a variety of output formats, ensuring compatibility with various platforms and applications.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167783" y="4624030"/>
            <a:ext cx="9555480" cy="15240"/>
          </a:xfrm>
          <a:prstGeom prst="roundRect">
            <a:avLst>
              <a:gd name="adj" fmla="val 223256"/>
            </a:avLst>
          </a:prstGeom>
          <a:solidFill>
            <a:srgbClr val="CFD2D8"/>
          </a:solidFill>
          <a:ln/>
        </p:spPr>
      </p:sp>
      <p:sp>
        <p:nvSpPr>
          <p:cNvPr id="8" name="Shape 6"/>
          <p:cNvSpPr/>
          <p:nvPr/>
        </p:nvSpPr>
        <p:spPr>
          <a:xfrm>
            <a:off x="793790" y="4752618"/>
            <a:ext cx="6521410" cy="1669852"/>
          </a:xfrm>
          <a:prstGeom prst="roundRect">
            <a:avLst>
              <a:gd name="adj" fmla="val 2038"/>
            </a:avLst>
          </a:prstGeom>
          <a:solidFill>
            <a:srgbClr val="E9ECF2"/>
          </a:solidFill>
          <a:ln/>
        </p:spPr>
      </p:sp>
      <p:sp>
        <p:nvSpPr>
          <p:cNvPr id="9" name="Text 7"/>
          <p:cNvSpPr/>
          <p:nvPr/>
        </p:nvSpPr>
        <p:spPr>
          <a:xfrm>
            <a:off x="1020604" y="5360789"/>
            <a:ext cx="156567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42014" y="4979432"/>
            <a:ext cx="30387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Customization Options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542014" y="5469850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Tailor your conversions to meet specific requirements, such as adjusting font size or audio settings.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28136"/>
            <a:ext cx="74521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Secure and Privacy-focused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390424"/>
            <a:ext cx="360807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100%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6666548" y="44222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Encryption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80190" y="4912638"/>
            <a:ext cx="36080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Ensuring the security of your data through robust encryption methods.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0228421" y="3390424"/>
            <a:ext cx="360818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0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10614898" y="44222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Sharing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28421" y="4912638"/>
            <a:ext cx="360818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data is protected; we never share or sell your information to third parties.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1525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Our Future Plans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299960" y="2277666"/>
            <a:ext cx="30480" cy="4836676"/>
          </a:xfrm>
          <a:prstGeom prst="roundRect">
            <a:avLst>
              <a:gd name="adj" fmla="val 111628"/>
            </a:avLst>
          </a:prstGeom>
          <a:solidFill>
            <a:srgbClr val="CFD2D8"/>
          </a:solidFill>
          <a:ln/>
        </p:spPr>
      </p:sp>
      <p:sp>
        <p:nvSpPr>
          <p:cNvPr id="4" name="Shape 2"/>
          <p:cNvSpPr/>
          <p:nvPr/>
        </p:nvSpPr>
        <p:spPr>
          <a:xfrm>
            <a:off x="6296739" y="2772727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CFD2D8"/>
          </a:solidFill>
          <a:ln/>
        </p:spPr>
      </p:sp>
      <p:sp>
        <p:nvSpPr>
          <p:cNvPr id="5" name="Shape 3"/>
          <p:cNvSpPr/>
          <p:nvPr/>
        </p:nvSpPr>
        <p:spPr>
          <a:xfrm>
            <a:off x="7060049" y="253281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6" name="Text 4"/>
          <p:cNvSpPr/>
          <p:nvPr/>
        </p:nvSpPr>
        <p:spPr>
          <a:xfrm>
            <a:off x="7245072" y="2617827"/>
            <a:ext cx="140256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2973705" y="2504480"/>
            <a:ext cx="30939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Expanding Capabilities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2994898"/>
            <a:ext cx="527387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We're committed to continuously enhancing our text conversion tools, adding new features and functionalities to meet the evolving needs of our users.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539871" y="3906798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CFD2D8"/>
          </a:solidFill>
          <a:ln/>
        </p:spPr>
      </p:sp>
      <p:sp>
        <p:nvSpPr>
          <p:cNvPr id="10" name="Shape 8"/>
          <p:cNvSpPr/>
          <p:nvPr/>
        </p:nvSpPr>
        <p:spPr>
          <a:xfrm>
            <a:off x="7060049" y="366688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1" name="Text 9"/>
          <p:cNvSpPr/>
          <p:nvPr/>
        </p:nvSpPr>
        <p:spPr>
          <a:xfrm>
            <a:off x="7221260" y="3751898"/>
            <a:ext cx="187881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8562737" y="3638550"/>
            <a:ext cx="45417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Exploring Emerging Technologies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562737" y="4128968"/>
            <a:ext cx="527387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team is closely following advancements in artificial intelligence, machine learning, and natural language processing to integrate the latest innovations into our platform.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296739" y="5395198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CFD2D8"/>
          </a:solidFill>
          <a:ln/>
        </p:spPr>
      </p:sp>
      <p:sp>
        <p:nvSpPr>
          <p:cNvPr id="15" name="Shape 13"/>
          <p:cNvSpPr/>
          <p:nvPr/>
        </p:nvSpPr>
        <p:spPr>
          <a:xfrm>
            <a:off x="7060049" y="515528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284" y="5240298"/>
            <a:ext cx="18371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1289447" y="5126950"/>
            <a:ext cx="47782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Strengthening Security and Privacy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5617369"/>
            <a:ext cx="527387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Safeguarding user data will remain a top priority as we expand our offerings, ensuring the highest standards of encryption and data protection.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4597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Thank You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09491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appreciate your interest and support. Your feedback and engagement have been invaluable in helping us improve our text conversion platform to better serve your needs.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646</Words>
  <Application>Microsoft Office PowerPoint</Application>
  <PresentationFormat>Custom</PresentationFormat>
  <Paragraphs>102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Calibri Light</vt:lpstr>
      <vt:lpstr>Roboto</vt:lpstr>
      <vt:lpstr>Arial</vt:lpstr>
      <vt:lpstr>Calibri</vt:lpstr>
      <vt:lpstr>Roboto Slab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Sushant Kumar</cp:lastModifiedBy>
  <cp:revision>3</cp:revision>
  <dcterms:created xsi:type="dcterms:W3CDTF">2024-11-22T19:04:51Z</dcterms:created>
  <dcterms:modified xsi:type="dcterms:W3CDTF">2024-11-25T07:50:40Z</dcterms:modified>
</cp:coreProperties>
</file>